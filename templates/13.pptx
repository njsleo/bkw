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56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125866"/>
            <a:ext cx="8572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FF4500"/>
                </a:solidFill>
              </a:rPr>
              <a:t>PHYSICS / THERMODYNAMICS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571500" y="1788449"/>
            <a:ext cx="6429375" cy="666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endParaRPr lang="en-US" sz="4353" dirty="0"/>
          </a:p>
        </p:txBody>
      </p:sp>
      <p:sp>
        <p:nvSpPr>
          <p:cNvPr id="5" name="Text 2"/>
          <p:cNvSpPr/>
          <p:nvPr/>
        </p:nvSpPr>
        <p:spPr>
          <a:xfrm>
            <a:off x="571500" y="3615798"/>
            <a:ext cx="1857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92" dirty="0">
                <a:solidFill>
                  <a:srgbClr val="E5E5E5"/>
                </a:solidFill>
              </a:rPr>
              <a:t>01</a:t>
            </a:r>
            <a:endParaRPr lang="en-US" sz="2592" dirty="0"/>
          </a:p>
        </p:txBody>
      </p:sp>
      <p:sp>
        <p:nvSpPr>
          <p:cNvPr id="6" name="Text 3"/>
          <p:cNvSpPr/>
          <p:nvPr/>
        </p:nvSpPr>
        <p:spPr>
          <a:xfrm>
            <a:off x="571500" y="3974771"/>
            <a:ext cx="1857375" cy="328613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分子动理论
微观估算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2571750" y="3615798"/>
            <a:ext cx="1857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92" dirty="0">
                <a:solidFill>
                  <a:srgbClr val="E5E5E5"/>
                </a:solidFill>
              </a:rPr>
              <a:t>02</a:t>
            </a:r>
            <a:endParaRPr lang="en-US" sz="2592" dirty="0"/>
          </a:p>
        </p:txBody>
      </p:sp>
      <p:sp>
        <p:nvSpPr>
          <p:cNvPr id="8" name="Text 5"/>
          <p:cNvSpPr/>
          <p:nvPr/>
        </p:nvSpPr>
        <p:spPr>
          <a:xfrm>
            <a:off x="2571750" y="3974771"/>
            <a:ext cx="1857375" cy="328613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固体液体
物态变化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572000" y="3615798"/>
            <a:ext cx="1857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92" dirty="0">
                <a:solidFill>
                  <a:srgbClr val="E5E5E5"/>
                </a:solidFill>
              </a:rPr>
              <a:t>03</a:t>
            </a:r>
            <a:endParaRPr lang="en-US" sz="2592" dirty="0"/>
          </a:p>
        </p:txBody>
      </p:sp>
      <p:sp>
        <p:nvSpPr>
          <p:cNvPr id="10" name="Text 7"/>
          <p:cNvSpPr/>
          <p:nvPr/>
        </p:nvSpPr>
        <p:spPr>
          <a:xfrm>
            <a:off x="4572000" y="3974771"/>
            <a:ext cx="1857375" cy="328613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气体定律
状态方程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6572250" y="3615798"/>
            <a:ext cx="185737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92" dirty="0">
                <a:solidFill>
                  <a:srgbClr val="E5E5E5"/>
                </a:solidFill>
              </a:rPr>
              <a:t>04</a:t>
            </a:r>
            <a:endParaRPr lang="en-US" sz="2592" dirty="0"/>
          </a:p>
        </p:txBody>
      </p:sp>
      <p:sp>
        <p:nvSpPr>
          <p:cNvPr id="12" name="Text 9"/>
          <p:cNvSpPr/>
          <p:nvPr/>
        </p:nvSpPr>
        <p:spPr>
          <a:xfrm>
            <a:off x="6572250" y="3974771"/>
            <a:ext cx="1857375" cy="328613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0000"/>
                </a:solidFill>
              </a:rPr>
              <a:t>热力学定律
能量守恒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7197161" y="4713089"/>
            <a:ext cx="1518214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高三物理复习课件 / 2026年度专题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24</Words>
  <Application>Microsoft Macintosh PowerPoint</Application>
  <PresentationFormat>全屏显示(16:9)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leo jus</cp:lastModifiedBy>
  <cp:revision>4</cp:revision>
  <dcterms:created xsi:type="dcterms:W3CDTF">2026-02-22T13:30:09Z</dcterms:created>
  <dcterms:modified xsi:type="dcterms:W3CDTF">2026-03-02T14:08:31Z</dcterms:modified>
</cp:coreProperties>
</file>