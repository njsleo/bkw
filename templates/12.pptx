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13"/>
  </p:normalViewPr>
  <p:slideViewPr>
    <p:cSldViewPr snapToGrid="0">
      <p:cViewPr varScale="1">
        <p:scale>
          <a:sx n="88" d="100"/>
          <a:sy n="88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12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24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9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3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5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76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38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553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0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93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none" spc="100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96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7" r:id="rId6"/>
    <p:sldLayoutId id="2147483802" r:id="rId7"/>
    <p:sldLayoutId id="2147483803" r:id="rId8"/>
    <p:sldLayoutId id="2147483804" r:id="rId9"/>
    <p:sldLayoutId id="2147483806" r:id="rId10"/>
    <p:sldLayoutId id="2147483805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kern="1200" spc="13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4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 spc="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 spc="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1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E851AD03-3726-3ECF-2303-3AA5E750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07" b="2832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23" name="Rectangle 10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39EDD77-DE98-3DD8-E8A1-FF953507B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endParaRPr kumimoji="1" lang="zh-CN" altLang="en-US" sz="5400">
              <a:solidFill>
                <a:schemeClr val="tx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80808B-E767-078E-69A8-CEF6C1C12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endParaRPr kumimoji="1" lang="zh-CN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813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DD73F-F8F9-81FB-2ED4-EB1A75B3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CC798-39BF-7C88-4EBA-91C7434C2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42030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Microsoft YaHei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</TotalTime>
  <Words>0</Words>
  <Application>Microsoft Macintosh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RetrospectVTI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jus</dc:creator>
  <cp:lastModifiedBy>leo jus</cp:lastModifiedBy>
  <cp:revision>1</cp:revision>
  <dcterms:created xsi:type="dcterms:W3CDTF">2026-03-02T14:03:15Z</dcterms:created>
  <dcterms:modified xsi:type="dcterms:W3CDTF">2026-03-02T14:06:15Z</dcterms:modified>
</cp:coreProperties>
</file>