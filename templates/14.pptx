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24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77"/>
  </p:normalViewPr>
  <p:slideViewPr>
    <p:cSldViewPr snapToGrid="0">
      <p:cViewPr varScale="1">
        <p:scale>
          <a:sx n="90" d="100"/>
          <a:sy n="90" d="100"/>
        </p:scale>
        <p:origin x="232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C7D59-D1C4-2D4B-9162-B3B16D3A3D0D}" type="datetimeFigureOut">
              <a:rPr kumimoji="1" lang="zh-CN" altLang="en-US" smtClean="0"/>
              <a:t>2026/3/3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DBAD04C-BE26-6A48-877C-3D39DC6CB72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67302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C7D59-D1C4-2D4B-9162-B3B16D3A3D0D}" type="datetimeFigureOut">
              <a:rPr kumimoji="1" lang="zh-CN" altLang="en-US" smtClean="0"/>
              <a:t>2026/3/3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AD04C-BE26-6A48-877C-3D39DC6CB72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04291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C7D59-D1C4-2D4B-9162-B3B16D3A3D0D}" type="datetimeFigureOut">
              <a:rPr kumimoji="1" lang="zh-CN" altLang="en-US" smtClean="0"/>
              <a:t>2026/3/3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BAD04C-BE26-6A48-877C-3D39DC6CB72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77883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C7D59-D1C4-2D4B-9162-B3B16D3A3D0D}" type="datetimeFigureOut">
              <a:rPr kumimoji="1" lang="zh-CN" altLang="en-US" smtClean="0"/>
              <a:t>2026/3/3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BAD04C-BE26-6A48-877C-3D39DC6CB72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793629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C7D59-D1C4-2D4B-9162-B3B16D3A3D0D}" type="datetimeFigureOut">
              <a:rPr kumimoji="1" lang="zh-CN" altLang="en-US" smtClean="0"/>
              <a:t>2026/3/3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BAD04C-BE26-6A48-877C-3D39DC6CB72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595497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C7D59-D1C4-2D4B-9162-B3B16D3A3D0D}" type="datetimeFigureOut">
              <a:rPr kumimoji="1" lang="zh-CN" altLang="en-US" smtClean="0"/>
              <a:t>2026/3/3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AD04C-BE26-6A48-877C-3D39DC6CB72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02039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C7D59-D1C4-2D4B-9162-B3B16D3A3D0D}" type="datetimeFigureOut">
              <a:rPr kumimoji="1" lang="zh-CN" altLang="en-US" smtClean="0"/>
              <a:t>2026/3/3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AD04C-BE26-6A48-877C-3D39DC6CB72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8616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C7D59-D1C4-2D4B-9162-B3B16D3A3D0D}" type="datetimeFigureOut">
              <a:rPr kumimoji="1" lang="zh-CN" altLang="en-US" smtClean="0"/>
              <a:t>2026/3/3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AD04C-BE26-6A48-877C-3D39DC6CB72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842440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C7D59-D1C4-2D4B-9162-B3B16D3A3D0D}" type="datetimeFigureOut">
              <a:rPr kumimoji="1" lang="zh-CN" altLang="en-US" smtClean="0"/>
              <a:t>2026/3/3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BAD04C-BE26-6A48-877C-3D39DC6CB72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40363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C7D59-D1C4-2D4B-9162-B3B16D3A3D0D}" type="datetimeFigureOut">
              <a:rPr kumimoji="1" lang="zh-CN" altLang="en-US" smtClean="0"/>
              <a:t>2026/3/3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BAD04C-BE26-6A48-877C-3D39DC6CB72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0078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C7D59-D1C4-2D4B-9162-B3B16D3A3D0D}" type="datetimeFigureOut">
              <a:rPr kumimoji="1" lang="zh-CN" altLang="en-US" smtClean="0"/>
              <a:t>2026/3/3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BAD04C-BE26-6A48-877C-3D39DC6CB72E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640006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C7D59-D1C4-2D4B-9162-B3B16D3A3D0D}" type="datetimeFigureOut">
              <a:rPr kumimoji="1" lang="zh-CN" altLang="en-US" smtClean="0"/>
              <a:t>2026/3/3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BAD04C-BE26-6A48-877C-3D39DC6CB72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292449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C7D59-D1C4-2D4B-9162-B3B16D3A3D0D}" type="datetimeFigureOut">
              <a:rPr kumimoji="1" lang="zh-CN" altLang="en-US" smtClean="0"/>
              <a:t>2026/3/3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BAD04C-BE26-6A48-877C-3D39DC6CB72E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61712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C7D59-D1C4-2D4B-9162-B3B16D3A3D0D}" type="datetimeFigureOut">
              <a:rPr kumimoji="1" lang="zh-CN" altLang="en-US" smtClean="0"/>
              <a:t>2026/3/3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BAD04C-BE26-6A48-877C-3D39DC6CB72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63086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C7D59-D1C4-2D4B-9162-B3B16D3A3D0D}" type="datetimeFigureOut">
              <a:rPr kumimoji="1" lang="zh-CN" altLang="en-US" smtClean="0"/>
              <a:t>2026/3/3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AD04C-BE26-6A48-877C-3D39DC6CB72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259218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C7D59-D1C4-2D4B-9162-B3B16D3A3D0D}" type="datetimeFigureOut">
              <a:rPr kumimoji="1" lang="zh-CN" altLang="en-US" smtClean="0"/>
              <a:t>2026/3/3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AD04C-BE26-6A48-877C-3D39DC6CB72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97149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7C7D59-D1C4-2D4B-9162-B3B16D3A3D0D}" type="datetimeFigureOut">
              <a:rPr kumimoji="1" lang="zh-CN" altLang="en-US" smtClean="0"/>
              <a:t>2026/3/3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DBAD04C-BE26-6A48-877C-3D39DC6CB72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25106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  <p:sldLayoutId id="2147483936" r:id="rId12"/>
    <p:sldLayoutId id="2147483937" r:id="rId13"/>
    <p:sldLayoutId id="2147483938" r:id="rId14"/>
    <p:sldLayoutId id="2147483939" r:id="rId15"/>
    <p:sldLayoutId id="214748394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3E5FE2-BD2B-6EF3-71AE-6DC2FF0AE0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763" y="1414463"/>
            <a:ext cx="8915399" cy="2262781"/>
          </a:xfrm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E2D2EE0-6E62-436F-D09B-2C9511EE0F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63" y="4077291"/>
            <a:ext cx="8915399" cy="1126283"/>
          </a:xfrm>
        </p:spPr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5510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4F067B-FA32-93BE-1642-9240EC15B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80189"/>
            <a:ext cx="8911687" cy="533178"/>
          </a:xfrm>
        </p:spPr>
        <p:txBody>
          <a:bodyPr>
            <a:normAutofit fontScale="90000"/>
          </a:bodyPr>
          <a:lstStyle/>
          <a:p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01191D-63D3-0D6E-0C23-8EF5D0D64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6443" y="1747837"/>
            <a:ext cx="8915400" cy="3777622"/>
          </a:xfrm>
        </p:spPr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5090716"/>
      </p:ext>
    </p:extLst>
  </p:cSld>
  <p:clrMapOvr>
    <a:masterClrMapping/>
  </p:clrMapOvr>
</p:sld>
</file>

<file path=ppt/theme/theme1.xml><?xml version="1.0" encoding="utf-8"?>
<a:theme xmlns:a="http://schemas.openxmlformats.org/drawingml/2006/main" name="丝状">
  <a:themeElements>
    <a:clrScheme name="丝状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丝状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丝状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</TotalTime>
  <Words>0</Words>
  <Application>Microsoft Macintosh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Arial</vt:lpstr>
      <vt:lpstr>Century Gothic</vt:lpstr>
      <vt:lpstr>Wingdings 3</vt:lpstr>
      <vt:lpstr>丝状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 jus</dc:creator>
  <cp:lastModifiedBy>leo jus</cp:lastModifiedBy>
  <cp:revision>1</cp:revision>
  <dcterms:created xsi:type="dcterms:W3CDTF">2026-03-03T08:32:37Z</dcterms:created>
  <dcterms:modified xsi:type="dcterms:W3CDTF">2026-03-03T08:35:04Z</dcterms:modified>
</cp:coreProperties>
</file>